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870e55ad8842dc" /><Relationship Type="http://schemas.openxmlformats.org/officeDocument/2006/relationships/extended-properties" Target="/docProps/app.xml" Id="Ra5a0ca580820405c" /><Relationship Type="http://schemas.openxmlformats.org/officeDocument/2006/relationships/officeDocument" Target="/ppt/presentation.xml" Id="R5de890658a1d45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29b2d22c4c48b4"/>
  </p:sldMasterIdLst>
  <p:notesMasterIdLst>
    <p:notesMasterId xmlns:r="http://schemas.openxmlformats.org/officeDocument/2006/relationships" r:id="R5e305705583241cc"/>
  </p:notesMasterIdLst>
  <p:sldIdLst>
    <p:sldId xmlns:r="http://schemas.openxmlformats.org/officeDocument/2006/relationships" id="256" r:id="R8a0f2bb53b7b4e34"/>
    <p:sldId xmlns:r="http://schemas.openxmlformats.org/officeDocument/2006/relationships" id="257" r:id="Rdbeb38177a224165"/>
    <p:sldId xmlns:r="http://schemas.openxmlformats.org/officeDocument/2006/relationships" id="258" r:id="R5fb7e899058d413f"/>
    <p:sldId xmlns:r="http://schemas.openxmlformats.org/officeDocument/2006/relationships" id="259" r:id="R2bf8de2ac943479f"/>
    <p:sldId xmlns:r="http://schemas.openxmlformats.org/officeDocument/2006/relationships" id="260" r:id="R52d872ed3a694ea8"/>
    <p:sldId xmlns:r="http://schemas.openxmlformats.org/officeDocument/2006/relationships" id="261" r:id="R6333b8352fe349f3"/>
    <p:sldId xmlns:r="http://schemas.openxmlformats.org/officeDocument/2006/relationships" id="262" r:id="R852fe24b19d44b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28537d37a34ab6" /><Relationship Type="http://schemas.openxmlformats.org/officeDocument/2006/relationships/slideMaster" Target="/ppt/slideMasters/slideMaster1.xml" Id="R4629b2d22c4c48b4" /><Relationship Type="http://schemas.openxmlformats.org/officeDocument/2006/relationships/notesMaster" Target="/ppt/notesMasters/notesMaster1.xml" Id="R5e305705583241cc" /><Relationship Type="http://schemas.openxmlformats.org/officeDocument/2006/relationships/presProps" Target="/ppt/presProps.xml" Id="Rd30eb42347f94e22" /><Relationship Type="http://schemas.openxmlformats.org/officeDocument/2006/relationships/tableStyles" Target="/ppt/tableStyles.xml" Id="R59a9e2e982b44c2c" /><Relationship Type="http://schemas.openxmlformats.org/officeDocument/2006/relationships/slide" Target="/ppt/slides/slide1.xml" Id="R8a0f2bb53b7b4e34" /><Relationship Type="http://schemas.openxmlformats.org/officeDocument/2006/relationships/slide" Target="/ppt/slides/slide2.xml" Id="Rdbeb38177a224165" /><Relationship Type="http://schemas.openxmlformats.org/officeDocument/2006/relationships/slide" Target="/ppt/slides/slide3.xml" Id="R5fb7e899058d413f" /><Relationship Type="http://schemas.openxmlformats.org/officeDocument/2006/relationships/slide" Target="/ppt/slides/slide4.xml" Id="R2bf8de2ac943479f" /><Relationship Type="http://schemas.openxmlformats.org/officeDocument/2006/relationships/slide" Target="/ppt/slides/slide5.xml" Id="R52d872ed3a694ea8" /><Relationship Type="http://schemas.openxmlformats.org/officeDocument/2006/relationships/slide" Target="/ppt/slides/slide6.xml" Id="R6333b8352fe349f3" /><Relationship Type="http://schemas.openxmlformats.org/officeDocument/2006/relationships/slide" Target="/ppt/slides/slide7.xml" Id="R852fe24b19d44b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10ca3b046640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fa587d6007431d" /><Relationship Type="http://schemas.openxmlformats.org/officeDocument/2006/relationships/notesMaster" Target="/ppt/notesMasters/notesMaster1.xml" Id="R24b99411f7f449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48e3ec61204bcf" /><Relationship Type="http://schemas.openxmlformats.org/officeDocument/2006/relationships/notesMaster" Target="/ppt/notesMasters/notesMaster1.xml" Id="Re4f94bdc8b7645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418c0baae04b36" /><Relationship Type="http://schemas.openxmlformats.org/officeDocument/2006/relationships/notesMaster" Target="/ppt/notesMasters/notesMaster1.xml" Id="R140647d4be104d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f84de5561843b6" /><Relationship Type="http://schemas.openxmlformats.org/officeDocument/2006/relationships/notesMaster" Target="/ppt/notesMasters/notesMaster1.xml" Id="R5e416710693144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cf3ccf8b6c4130" /><Relationship Type="http://schemas.openxmlformats.org/officeDocument/2006/relationships/notesMaster" Target="/ppt/notesMasters/notesMaster1.xml" Id="R2d2e05997bae4d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a81e7341824ee5" /><Relationship Type="http://schemas.openxmlformats.org/officeDocument/2006/relationships/notesMaster" Target="/ppt/notesMasters/notesMaster1.xml" Id="R1ea2211ab7c745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d86bfa17d1432d" /><Relationship Type="http://schemas.openxmlformats.org/officeDocument/2006/relationships/notesMaster" Target="/ppt/notesMasters/notesMaster1.xml" Id="R225478b4d11242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2d9e9daa041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50e2dc54774e4d" /><Relationship Type="http://schemas.openxmlformats.org/officeDocument/2006/relationships/slideLayout" Target="/ppt/slideLayouts/slideLayout1.xml" Id="R78832e26ce1e47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832e26ce1e47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e2597dc8d4b22" /><Relationship Type="http://schemas.openxmlformats.org/officeDocument/2006/relationships/notesSlide" Target="/ppt/notesSlides/notesSlide1.xml" Id="Re2b694e78ae74d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6f94ce260464c" /><Relationship Type="http://schemas.openxmlformats.org/officeDocument/2006/relationships/notesSlide" Target="/ppt/notesSlides/notesSlide2.xml" Id="R7bcbbc1f287e4f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0b9ca91924b0f" /><Relationship Type="http://schemas.openxmlformats.org/officeDocument/2006/relationships/notesSlide" Target="/ppt/notesSlides/notesSlide3.xml" Id="R877769c0f7dd40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9a3706a1c4102" /><Relationship Type="http://schemas.openxmlformats.org/officeDocument/2006/relationships/notesSlide" Target="/ppt/notesSlides/notesSlide4.xml" Id="Rf9e64bf6edfd41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ad3a453dc41a2" /><Relationship Type="http://schemas.openxmlformats.org/officeDocument/2006/relationships/notesSlide" Target="/ppt/notesSlides/notesSlide5.xml" Id="R6ffcd291b6ad45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55ccb6a104827" /><Relationship Type="http://schemas.openxmlformats.org/officeDocument/2006/relationships/notesSlide" Target="/ppt/notesSlides/notesSlide6.xml" Id="R3ef2fb27fb7d42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deb7bb0874583" /><Relationship Type="http://schemas.openxmlformats.org/officeDocument/2006/relationships/notesSlide" Target="/ppt/notesSlides/notesSlide7.xml" Id="Rb1dac0993e254037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02A43"/>
            </a:gs>
            <a:gs pos="100000">
              <a:srgbClr val="164E63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E0E09-1182-45AF-8FE7-6DB277ED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7DD3FC"/>
                </a:solidFill>
                <a:latin typeface="PingFang TC"/>
                <a:ea typeface="PingFang TC"/>
                <a:cs typeface="PingFang TC"/>
              </a:rPr>
              <a:t>工程修改紀錄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7E32E-7BF6-4D7E-8AB9-EB16C7E5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今日專案更新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24EBB-8F2C-4BAB-B1CF-20383B05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9F2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D9F2FF"/>
                </a:solidFill>
                <a:latin typeface="PingFang TC"/>
                <a:ea typeface="PingFang TC"/>
                <a:cs typeface="PingFang TC"/>
              </a:rPr>
              <a:t>權限邊界與訂單庫存一致性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5CFBA-D52A-424B-8F5D-327333FD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216D6-7BDF-4473-9AC3-0263549B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PR 13  Fail closed backend authorization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EB0DC-D8F7-4061-B063-23416BDD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PR 14  Atomic sales order inventory updates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B15BA-E30A-4497-84E7-1E2F0866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E6FD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BAE6FD"/>
                </a:solidFill>
                <a:latin typeface="PingFang TC"/>
                <a:ea typeface="PingFang TC"/>
                <a:cs typeface="PingFang TC"/>
              </a:rPr>
              <a:t>2026 09 12</a:t>
            </a:r>
          </a:p>
        </p:txBody>
      </p:sp>
    </p:spTree>
    <p:extLst>
      <p:ext uri="{BB962C8B-B14F-4D97-AF65-F5344CB8AC3E}">
        <p14:creationId xmlns:p14="http://schemas.microsoft.com/office/powerpoint/2010/main" val="1512132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B213C-79E1-4D42-BF17-A427758C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3462A-A6EA-4C0E-BE85-6B0E5095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今日完成的兩項修改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2B3D2-BC01-4B42-8C48-04C6047B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0307A-9C3B-4F45-A925-7EAB18B7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AI Risk Based Inventory ERP  |  2026 09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60D13-CCAD-4D77-94A7-29812120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6D486-EFF9-4FC2-B46D-44149307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5FAB4-C88A-4C5C-98DD-E134F43D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權限預設拒絕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6FFED-6049-4F21-B570-9CFE3DE7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38375"/>
            <a:ext cx="3905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Backend 工具只有在 Gateway 驗證角色後才能執行。直接呼叫或缺少授權資訊時，一律拒絕。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D632F-20C1-4FAB-BADA-B3019879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62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EA5E9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FF41C-7139-4FE7-9C85-2EA4BCEF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7145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訂單與庫存原子化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66D7A-1F6F-4BEE-98ED-0C607D03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38375"/>
            <a:ext cx="3905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建立訂單、扣庫存與寫入異動紀錄在同一交易完成。取消與重新啟用也同步處理庫存。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7D517-9CB4-4BB8-B7B7-1962344B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F17BB-C53A-4F3A-A7C2-06BCC788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DF569-D1FF-4CAE-AEEF-B05FB636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005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授權路徑更明確，展示資料不再因中途失敗或同時下單而產生半套狀態。</a:t>
            </a:r>
          </a:p>
        </p:txBody>
      </p:sp>
    </p:spTree>
    <p:extLst>
      <p:ext uri="{BB962C8B-B14F-4D97-AF65-F5344CB8AC3E}">
        <p14:creationId xmlns:p14="http://schemas.microsoft.com/office/powerpoint/2010/main" val="1175585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242E2-C3EB-4A00-A6E1-9F813A84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AUTHORIZATION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102F0-224D-4219-94C4-0B158F62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PR 13  Backend 權限改為預設拒絕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6ACCC-67F0-4E31-B590-712C584A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75192-2ED2-4A20-AD6B-816EF235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AI Risk Based Inventory ERP  |  2026 09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797E4-50C3-40E8-84E6-0F18C5F9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896E9-5314-485E-9FF4-E6223610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039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C0392B"/>
                </a:solidFill>
                <a:latin typeface="PingFang TC"/>
                <a:ea typeface="PingFang TC"/>
                <a:cs typeface="PingFang TC"/>
              </a:rPr>
              <a:t>修改前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E0F2C-0322-4373-B208-B4BEEE98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找不到 Streamlit session</a:t>
            </a:r>
          </a:p>
          <a:p xmlns:a="http://schemas.openxmlformats.org/drawingml/2006/main">
            <a:pPr algn="l">
              <a:defRPr sz="2100" b="1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直接視為有權限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A784A-9638-46D9-B225-BA5B8360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測試、排程、LINE Bot 或其他 Python 入口可能繞過角色檢查。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52655-C91A-4428-89D9-980222AC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621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9D54D-C2C8-4278-B92E-C8972985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621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8A5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38A5B"/>
                </a:solidFill>
                <a:latin typeface="PingFang TC"/>
                <a:ea typeface="PingFang TC"/>
                <a:cs typeface="PingFang TC"/>
              </a:rPr>
              <a:t>修改後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65C17-C8D1-4655-A07B-BC172EB6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Gateway 驗證角色</a:t>
            </a:r>
          </a:p>
          <a:p xmlns:a="http://schemas.openxmlformats.org/drawingml/2006/main">
            <a:pPr algn="l">
              <a:defRPr sz="2025" b="1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短期授權只存在於本次呼叫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6354C-9C1C-4C88-B0E4-C3692A8E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使用 ContextVar 隔離請求。沒有授權 context 時，backend 工具拒絕執行。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AEEC2-2B12-4244-9799-058690A4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PR #13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74CAB-6A70-4A2B-8922-B81F7C3B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863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Fix fail closed backend authorization</a:t>
            </a:r>
          </a:p>
        </p:txBody>
      </p:sp>
    </p:spTree>
    <p:extLst>
      <p:ext uri="{BB962C8B-B14F-4D97-AF65-F5344CB8AC3E}">
        <p14:creationId xmlns:p14="http://schemas.microsoft.com/office/powerpoint/2010/main" val="921401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8A52DE-597A-4C42-839A-DE8D4C52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DATA CONSISTENCY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40CDE-3782-4C62-9A0F-B7A28AC8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PR 14  訂單與庫存在同一交易完成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E39FC-9539-4CA9-89B7-BF2D4A0F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CB59C-1C61-4867-BBFC-0C0ECF88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AI Risk Based Inventory ERP  |  2026 09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D1EE4-DB6F-4A2C-80A1-98AB109F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BA981-8DA0-4B8E-A42B-78EF29B2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07D06-70F2-4A27-AA6E-46BF9E4A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檢查商品與客戶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9AF52-0A9A-465B-ACBD-2ED73A12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431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7A3B4-19BC-471B-8CE7-0E11A6C4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6CE2D-2556-4A78-96AE-C27B7889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2412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條件式扣庫存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C9B61-A58A-4372-845A-98F6B47D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431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21C38-699E-435C-9709-A9D1A108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526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E4851-BB0B-4AD4-A14D-A3635D87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2412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建立訂單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1A77B-BA0A-448E-90FF-BCBE2D82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431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0BD04-6CB2-46AE-B683-399068FF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42110-5E6C-447B-AFFE-F919C337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2412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寫庫存異動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6BB38-2B69-482C-BC90-BCB80F61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431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ADE68-96D9-4A4F-AE86-4EAA9018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526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C46D8-6DC1-4705-B99B-E919F696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2412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一次 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70EC8-63D7-4C78-A693-1DB81601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0392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0392B"/>
                </a:solidFill>
                <a:latin typeface="PingFang TC"/>
                <a:ea typeface="PingFang TC"/>
                <a:cs typeface="PingFang TC"/>
              </a:rPr>
              <a:t>任一步失敗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C9FD8-1168-4EEB-A1C7-04C039AF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95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0392B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C0392B"/>
                </a:solidFill>
                <a:latin typeface="PingFang TC"/>
                <a:ea typeface="PingFang TC"/>
                <a:cs typeface="PingFang TC"/>
              </a:rPr>
              <a:t>整筆 Rollback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64B13-E948-47F5-9255-532ACE6E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8A5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38A5B"/>
                </a:solidFill>
                <a:latin typeface="PingFang TC"/>
                <a:ea typeface="PingFang TC"/>
                <a:cs typeface="PingFang TC"/>
              </a:rPr>
              <a:t>全部成功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D19A7-F878-4DCD-8BE7-6730627C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8A5B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38A5B"/>
                </a:solidFill>
                <a:latin typeface="PingFang TC"/>
                <a:ea typeface="PingFang TC"/>
                <a:cs typeface="PingFang TC"/>
              </a:rPr>
              <a:t>訂單、庫存與異動紀錄一起保存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FE606-6D33-4992-971E-368A3D8F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7F9BD-EF72-4791-B229-D5AEB797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SQLite BEGIN IMMEDIATE 避免兩個寫入者同時使用舊庫存值。</a:t>
            </a:r>
          </a:p>
        </p:txBody>
      </p:sp>
    </p:spTree>
    <p:extLst>
      <p:ext uri="{BB962C8B-B14F-4D97-AF65-F5344CB8AC3E}">
        <p14:creationId xmlns:p14="http://schemas.microsoft.com/office/powerpoint/2010/main" val="1517808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C05942-F188-410F-AE79-4C655315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ORDER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81840-14E5-4A7F-907D-CF6423C4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訂單狀態與庫存效果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70052-1042-4F97-8D26-D0AF24C6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B3B1A-413B-45F4-8663-3AE0D5EF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AI Risk Based Inventory ERP  |  2026 09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4C6CB-00E9-47E0-932D-2C4108FC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FA306-A029-41BD-8BBD-D64DE601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狀態轉換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DB480-220A-40C9-BFA1-46FC9B65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621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庫存處理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B4C6B-F4C7-4AF8-9C6D-60E0B4C1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6212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保護方式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1E342-A9F6-4EA2-8839-7881719D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9C5A0-8EC5-4837-858A-BB5A522C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建立處理中或已出貨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FD105-D27A-4840-B4AC-AE036A64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扣除訂購數量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3B40C-C5BD-4DDF-ADE2-0FFA6AD8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030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條件式更新防止負庫存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27F33-3D2F-42DB-9F10-1A57CA38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2D60A-064E-46E0-9194-082A5D2D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處理中與已出貨互換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991C2-FEFA-4C90-8B56-723123B4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813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不再次扣除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57DF7-CAFC-402F-B3E8-A67CC6DE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813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兩者都視為已預留庫存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C9FDA-7A4A-4300-AAFB-D7F92408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2CE71-E0C2-4E86-AB4A-6408475C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轉為已取消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9F2D1-5204-4753-9D7B-B595EF34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624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8A5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38A5B"/>
                </a:solidFill>
                <a:latin typeface="PingFang TC"/>
                <a:ea typeface="PingFang TC"/>
                <a:cs typeface="PingFang TC"/>
              </a:rPr>
              <a:t>回補一次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B2916-F1E4-4959-A640-DEA89FB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6240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重複取消不重複回補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7240F-4DEC-4C7D-82E9-AD4694EF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759E4-239A-46C2-AE69-9CB53C95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已取消重新啟用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77ABA-3ACA-4E80-8027-EC7F6670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434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重新檢查並扣除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6F9609-1F41-4842-B6E3-7321484A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434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庫存不足時整筆 rollback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537D18-BFE6-4A63-9FA6-ACBCECA2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</a:ln>
        </p:spPr>
      </p:sp>
    </p:spTree>
    <p:extLst>
      <p:ext uri="{BB962C8B-B14F-4D97-AF65-F5344CB8AC3E}">
        <p14:creationId xmlns:p14="http://schemas.microsoft.com/office/powerpoint/2010/main" val="19961111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0CCF2-5494-40D2-9101-FA432ECA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13117-6A4E-4610-A98D-F4726F0F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驗證結果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0CAD6-25BF-4654-9550-A3C1922F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63A31-7AB5-4F66-8676-EEE06BE6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AI Risk Based Inventory ERP  |  2026 09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0A113-6CA2-48C5-9887-A2789A3A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ED08D-9260-41B1-826F-1123BF08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331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F5317-466F-408E-ADE6-8F30030A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PR 13 完整測試通過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9D88F-9E38-433A-919B-833D185F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A5E9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0EA5E9"/>
                </a:solidFill>
                <a:latin typeface="PingFang TC"/>
                <a:ea typeface="PingFang TC"/>
                <a:cs typeface="PingFang TC"/>
              </a:rPr>
              <a:t>332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551AC-C3B5-473B-AB58-EE04CEAE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PR 14 完整測試通過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FDFED-63C9-497A-9FA3-D847D5ED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38A5B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138A5B"/>
                </a:solidFill>
                <a:latin typeface="PingFang TC"/>
                <a:ea typeface="PingFang TC"/>
                <a:cs typeface="PingFang TC"/>
              </a:rPr>
              <a:t>49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EB0F2-5A36-4031-8C2B-F53142DC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987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交易與核准相關測試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DED2F-7C7A-4B27-A650-1DCA298B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7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3BAFA-EC0A-4033-BF4B-E2B43DB8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兩筆同時下單時只有一筆能成功，庫存不會變成負數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A8252-5399-4D0D-BDB8-46047CE4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48175"/>
            <a:ext cx="992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18C6E-8A97-466A-B163-DBDCBE49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47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D248C-469D-45CC-899E-8E32849C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148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訂單撞號時已扣除的庫存會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30601-9167-4647-A0D7-1CB1851F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57775"/>
            <a:ext cx="992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0D61A-8608-4AD3-A550-754EFEB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47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9E220-60B4-4106-955B-B964A669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244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取消只回補一次，重新啟用會再次檢查庫存</a:t>
            </a:r>
          </a:p>
        </p:txBody>
      </p:sp>
    </p:spTree>
    <p:extLst>
      <p:ext uri="{BB962C8B-B14F-4D97-AF65-F5344CB8AC3E}">
        <p14:creationId xmlns:p14="http://schemas.microsoft.com/office/powerpoint/2010/main" val="929693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C43C9-839C-4D34-B886-B22C31B0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256CF-A720-4806-88B9-03A832BF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PR 狀態與後續安排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9687E-B5C0-4830-A275-C80E5970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936D9-4636-474E-8175-99666A20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AI Risk Based Inventory ERP  |  2026 09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E378E-1A8F-4DD1-87E7-BF197C72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D0C91-EC06-4F82-95BE-76F80632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PR #13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E8C73-A1F1-4482-A814-AE865031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621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Backend 權限預設拒絕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830EE-EE1A-4AF6-B544-517BBF22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Open  |  等待 review 與 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130D4-9ED4-4053-AF79-D29AC55D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E4C61-9007-4805-B32B-57BB45BF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A5E9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A5E9"/>
                </a:solidFill>
                <a:latin typeface="PingFang TC"/>
                <a:ea typeface="PingFang TC"/>
                <a:cs typeface="PingFang TC"/>
              </a:rPr>
              <a:t>PR #14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BC037-44BF-4A54-8751-6E72BD89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02A43"/>
                </a:solidFill>
                <a:latin typeface="PingFang TC"/>
                <a:ea typeface="PingFang TC"/>
                <a:cs typeface="PingFang TC"/>
              </a:rPr>
              <a:t>訂單與庫存原子交易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7C70A-86AD-4EDF-9A98-40B36A20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Open  |  等待 review 與 CI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7ACE6-C8DC-473D-B7BA-2F0D6D52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23C14-BA45-4F3A-9EC0-75A62EE1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建議合併順序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D35E6-C860-4D9B-90AA-54510FDB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4D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72B4D"/>
                </a:solidFill>
                <a:latin typeface="PingFang TC"/>
                <a:ea typeface="PingFang TC"/>
                <a:cs typeface="PingFang TC"/>
              </a:rPr>
              <a:t>先處理既有 LINE 身分修正，再合併 PR #13，最後合併 PR #14 並重跑完整測試。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89089-6FE4-4DBE-9BA5-E0277526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39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C0392B"/>
                </a:solidFill>
                <a:latin typeface="PingFang TC"/>
                <a:ea typeface="PingFang TC"/>
                <a:cs typeface="PingFang TC"/>
              </a:rPr>
              <a:t>限制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20357-5563-4003-9060-9F5D2EE7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816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2606D"/>
                </a:solidFill>
                <a:latin typeface="PingFang TC"/>
                <a:ea typeface="PingFang TC"/>
                <a:cs typeface="PingFang TC"/>
              </a:rPr>
              <a:t>本次修改不會自動修復既有歷史資料的不一致。</a:t>
            </a:r>
          </a:p>
        </p:txBody>
      </p:sp>
    </p:spTree>
    <p:extLst>
      <p:ext uri="{BB962C8B-B14F-4D97-AF65-F5344CB8AC3E}">
        <p14:creationId xmlns:p14="http://schemas.microsoft.com/office/powerpoint/2010/main" val="71756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2026-09-12T09:20:45.3670000Z</dcterms:created>
  <dcterms:modified xsi:type="dcterms:W3CDTF">2026-09-12T09:20:45.3670000Z</dcterms:modified>
</coreProperties>
</file>